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8347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645920"/>
            <a:ext cx="2286000" cy="2011680"/>
          </a:xfrm>
          <a:prstGeom prst="rect">
            <a:avLst/>
          </a:prstGeom>
          <a:solidFill>
            <a:srgbClr val="0D3557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</a:rPr>
              <a:t>UANL | FCFM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2331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Maestría 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Ciencia de Datos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</a:rPr>
              <a:t>28 may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6217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Detección de Puntos de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Cambio en Serie de Tiempo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de Reportes de Violencia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de Género en Monterrey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3200400"/>
            <a:ext cx="50292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3375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C39A"/>
                </a:solidFill>
              </a:rPr>
              <a:t>Avance Semanal — Semanas 1 y 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37947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Luis Enrique López Nerio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4160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</a:rPr>
              <a:t>Director: Dr. Álvaro Eduardo Cordero Franco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CPD en Reportes de VG — Monterrey | MCD UANL FCFM | Luis Enrique López Nerio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498080" y="481888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rgbClr val="028090"/>
                </a:solidFill>
              </a:rPr>
              <a:t>28 may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400" dirty="0">
                <a:solidFill>
                  <a:srgbClr val="FFFFFF"/>
                </a:solidFill>
              </a:rPr>
              <a:t>SEMANA 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8090"/>
                </a:solidFill>
              </a:rPr>
              <a:t>¿Qué se hizo?   —   27 de mayo de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43000"/>
            <a:ext cx="26974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344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342"/>
                </a:solidFill>
              </a:rPr>
              <a:t>📋  Diagnóstico del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0A2342"/>
                </a:solidFill>
              </a:rPr>
              <a:t>documento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901952"/>
            <a:ext cx="2514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Revisión completa del estado actual de la tesina.</a:t>
            </a:r>
            <a:endParaRPr lang="en-US" sz="1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Identificación de secciones escritas, incompletas y por reescribir.</a:t>
            </a:r>
            <a:endParaRPr lang="en-US" sz="1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Diagnóstico del orden de escritura vs. orden del documento.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114300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143000"/>
            <a:ext cx="269748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2344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342"/>
                </a:solidFill>
              </a:rPr>
              <a:t>📚  Control de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0A2342"/>
                </a:solidFill>
              </a:rPr>
              <a:t>referencias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0128" y="1901952"/>
            <a:ext cx="2514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Archivo control_referencias.md con 26 fuentes.</a:t>
            </a:r>
            <a:endParaRPr lang="en-US" sz="1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Formato APA 7 verificado por fuente.</a:t>
            </a:r>
            <a:endParaRPr lang="en-US" sz="1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Estado: ✅ verificada / ⚠️ pendiente.</a:t>
            </a:r>
            <a:endParaRPr lang="en-US" sz="1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Columnas: capítulo de uso, tipo de cita (P/T/D).</a:t>
            </a:r>
            <a:endParaRPr lang="en-US" sz="1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Pendientes urgentes identificados y priorizados.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14300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43000"/>
            <a:ext cx="2697480" cy="73152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2344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342"/>
                </a:solidFill>
              </a:rPr>
              <a:t>✍️  Cap. 2 — Planteamiento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0A2342"/>
                </a:solidFill>
              </a:rPr>
              <a:t>del Problema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1901952"/>
            <a:ext cx="2514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Reescritura completa del capítulo.</a:t>
            </a:r>
            <a:endParaRPr lang="en-US" sz="1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9 referencias verificadas integradas.</a:t>
            </a:r>
            <a:endParaRPr lang="en-US" sz="1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Responde las 9 preguntas guía del Manual FCFM.</a:t>
            </a:r>
            <a:endParaRPr lang="en-US" sz="1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Pregunta de investigación formal definida.</a:t>
            </a:r>
            <a:endParaRPr lang="en-US" sz="1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Contexto: AVGM NL 2016 como evento clave.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818888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CPD en Reportes de VG — Monterrey | MCD UANL FCFM | Luis Enrique López Nerio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498080" y="481888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rgbClr val="028090"/>
                </a:solidFill>
              </a:rPr>
              <a:t>27 may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FFFFFF"/>
                </a:solidFill>
              </a:rPr>
              <a:t>SEMANA 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8090"/>
                </a:solidFill>
              </a:rPr>
              <a:t>Pregunta de investigación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200400"/>
          </a:xfrm>
          <a:prstGeom prst="rect">
            <a:avLst/>
          </a:prstGeom>
          <a:solidFill>
            <a:srgbClr val="0D3557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51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28090"/>
                </a:solidFill>
              </a:rPr>
              <a:t>❝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7772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¿En qué momentos se producen cambios estructurales estadísticamente significativos en la serie de tiempo de reportes de violencia de género al 9-1-1 en el municipio de Monterrey durante el periodo enero 2017 – septiembre 2022, y en qué medida dichos cambios coinciden con algún evento de interés identificable?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315968"/>
            <a:ext cx="3931920" cy="32004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251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</a:rPr>
              <a:t>Fuente de datos: Datos Abiertos Monterrey (2022) — Reportes al 911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818888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CPD en Reportes de VG — Monterrey | MCD UANL FCFM | Luis Enrique López Nerio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498080" y="481888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rgbClr val="028090"/>
                </a:solidFill>
              </a:rPr>
              <a:t>27 may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400" dirty="0">
                <a:solidFill>
                  <a:srgbClr val="FFFFFF"/>
                </a:solidFill>
              </a:rPr>
              <a:t>SEMANA 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C39A"/>
                </a:solidFill>
              </a:rPr>
              <a:t>Próximos pasos   —   3 de junio de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40233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342"/>
                </a:solidFill>
              </a:rPr>
              <a:t>Cap. 3 — Justificación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7099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</a:rPr>
              <a:t>Revisar y reescribir el borrador existente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029968"/>
            <a:ext cx="37490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Motivos: ¿por qué este tema y no otro?</a:t>
            </a:r>
            <a:endParaRPr lang="en-US" sz="105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Beneficios: utilidad social e institucional del análisis.</a:t>
            </a:r>
            <a:endParaRPr lang="en-US" sz="105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Factibilidad: disponibilidad de datos y métodos.</a:t>
            </a:r>
            <a:endParaRPr lang="en-US" sz="105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Conectar con la pregunta de investigación del Cap. 2.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114300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143000"/>
            <a:ext cx="4023360" cy="73152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2618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342"/>
                </a:solidFill>
              </a:rPr>
              <a:t>Cap. 4 — Formulación de Objetivos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7099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C542"/>
                </a:solidFill>
              </a:rPr>
              <a:t>Redactar antes de continuar con el marco teórico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029968"/>
            <a:ext cx="37490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1 Objetivo general — verbo en infinitivo.</a:t>
            </a:r>
            <a:endParaRPr lang="en-US" sz="105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4-6 Objetivos específicos — concretos y evaluables.</a:t>
            </a:r>
            <a:endParaRPr lang="en-US" sz="105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Cada objetivo debe poder marcarse como cumplido o no al final.</a:t>
            </a:r>
            <a:endParaRPr lang="en-US" sz="105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Alinear con metodología CPD (PELT / BOCPD).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818888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CPD en Reportes de VG — Monterrey | MCD UANL FCFM | Luis Enrique López Nerio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498080" y="481888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rgbClr val="028090"/>
                </a:solidFill>
              </a:rPr>
              <a:t>3 jun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400" dirty="0">
                <a:solidFill>
                  <a:srgbClr val="FFFFFF"/>
                </a:solidFill>
              </a:rPr>
              <a:t>COMENTARIOS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Retroalimentación del asesor   —   28 de mayo de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0233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402336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342"/>
                </a:solidFill>
              </a:rPr>
              <a:t>Comentarios Generales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3657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21992"/>
            <a:ext cx="3657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60904"/>
            <a:ext cx="3657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099816"/>
            <a:ext cx="3657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538728"/>
            <a:ext cx="3657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977640"/>
            <a:ext cx="3657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143000"/>
            <a:ext cx="40233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143000"/>
            <a:ext cx="402336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342"/>
                </a:solidFill>
              </a:rPr>
              <a:t>Comentarios Individuales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37760" y="1783080"/>
            <a:ext cx="3657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0" y="2221992"/>
            <a:ext cx="3657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2660904"/>
            <a:ext cx="3657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0" y="3099816"/>
            <a:ext cx="3657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3538728"/>
            <a:ext cx="3657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0" y="3977640"/>
            <a:ext cx="3657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18888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CPD en Reportes de VG — Monterrey | MCD UANL FCFM | Luis Enrique López Nerio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498080" y="481888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i="1" dirty="0">
                <a:solidFill>
                  <a:srgbClr val="028090"/>
                </a:solidFill>
              </a:rPr>
              <a:t>28 may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484</Words>
  <Application>Microsoft Office PowerPoint</Application>
  <PresentationFormat>Presentación en pantalla (16:9)</PresentationFormat>
  <Paragraphs>70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 Semanal — Tesina CPD VG Monterrey</dc:title>
  <dc:subject>PptxGenJS Presentation</dc:subject>
  <dc:creator>Luis Enrique López Nerio</dc:creator>
  <cp:lastModifiedBy>Luis Enrique Lopez Nerio</cp:lastModifiedBy>
  <cp:revision>1</cp:revision>
  <dcterms:created xsi:type="dcterms:W3CDTF">2026-05-28T15:30:20Z</dcterms:created>
  <dcterms:modified xsi:type="dcterms:W3CDTF">2026-05-28T19:03:03Z</dcterms:modified>
</cp:coreProperties>
</file>