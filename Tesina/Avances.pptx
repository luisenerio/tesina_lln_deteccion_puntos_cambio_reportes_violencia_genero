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5"/>
  </p:notesMasterIdLst>
  <p:sldIdLst>
    <p:sldId id="256" r:id="rId2"/>
    <p:sldId id="301" r:id="rId3"/>
    <p:sldId id="302" r:id="rId4"/>
  </p:sldIdLst>
  <p:sldSz cx="9144000" cy="5143500" type="screen16x9"/>
  <p:notesSz cx="6858000" cy="9144000"/>
  <p:embeddedFontLst>
    <p:embeddedFont>
      <p:font typeface="Bebas Neue" panose="020B0604020202020204" charset="0"/>
      <p:regular r:id="rId6"/>
    </p:embeddedFont>
    <p:embeddedFont>
      <p:font typeface="Paytone One" panose="020B0604020202020204" charset="0"/>
      <p:regular r:id="rId7"/>
    </p:embeddedFont>
    <p:embeddedFont>
      <p:font typeface="Questrial" panose="020B0604020202020204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E1D1CB-0F59-4BF0-A07F-0F7208C9A3EC}">
  <a:tblStyle styleId="{E0E1D1CB-0F59-4BF0-A07F-0F7208C9A3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b8ad8aa3d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b8ad8aa3d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84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900" y="3294939"/>
            <a:ext cx="6196200" cy="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725761" y="1349068"/>
            <a:ext cx="1173854" cy="2461458"/>
            <a:chOff x="6725761" y="1349068"/>
            <a:chExt cx="1173854" cy="2461458"/>
          </a:xfrm>
        </p:grpSpPr>
        <p:grpSp>
          <p:nvGrpSpPr>
            <p:cNvPr id="13" name="Google Shape;13;p2"/>
            <p:cNvGrpSpPr/>
            <p:nvPr/>
          </p:nvGrpSpPr>
          <p:grpSpPr>
            <a:xfrm rot="-5400000">
              <a:off x="6747803" y="1327027"/>
              <a:ext cx="1129770" cy="1173854"/>
              <a:chOff x="11" y="583339"/>
              <a:chExt cx="1129770" cy="117385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 rot="-5400000">
              <a:off x="6747803" y="2658714"/>
              <a:ext cx="1129770" cy="1173854"/>
              <a:chOff x="11" y="583339"/>
              <a:chExt cx="1129770" cy="1173854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 rot="5400000">
            <a:off x="2345225" y="-1157218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 rot="5400000">
            <a:off x="4987725" y="973920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30" name="Google Shape;130;p5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55" name="Google Shape;155;p5"/>
          <p:cNvSpPr txBox="1">
            <a:spLocks noGrp="1"/>
          </p:cNvSpPr>
          <p:nvPr>
            <p:ph type="subTitle" idx="1"/>
          </p:nvPr>
        </p:nvSpPr>
        <p:spPr>
          <a:xfrm>
            <a:off x="720000" y="1451282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2"/>
          </p:nvPr>
        </p:nvSpPr>
        <p:spPr>
          <a:xfrm>
            <a:off x="3346901" y="3569025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3"/>
          </p:nvPr>
        </p:nvSpPr>
        <p:spPr>
          <a:xfrm>
            <a:off x="2449150" y="1451282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4"/>
          </p:nvPr>
        </p:nvSpPr>
        <p:spPr>
          <a:xfrm>
            <a:off x="5104675" y="3569025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20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89" name="Google Shape;589;p20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14" name="Google Shape;61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29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923" name="Google Shape;923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948" name="Google Shape;948;p2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949" name="Google Shape;949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Char char="●"/>
              <a:defRPr sz="180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66" r:id="rId4"/>
    <p:sldLayoutId id="2147483674" r:id="rId5"/>
    <p:sldLayoutId id="214748367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HSfgzXA5JloawhA1D54QTvfmvNUSkFB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2"/>
          <p:cNvSpPr txBox="1">
            <a:spLocks noGrp="1"/>
          </p:cNvSpPr>
          <p:nvPr>
            <p:ph type="ctrTitle"/>
          </p:nvPr>
        </p:nvSpPr>
        <p:spPr>
          <a:xfrm>
            <a:off x="405442" y="77637"/>
            <a:ext cx="5943600" cy="29326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/>
              <a:t>DETECCIÓN DE PUNTO DE CAMBIO EN SERIE DE TIEMPO DE  REPORTES DE VIOLENCIA DE GÉNERO EN LA  CIUDAD DE MONTERREY</a:t>
            </a:r>
          </a:p>
        </p:txBody>
      </p:sp>
      <p:sp>
        <p:nvSpPr>
          <p:cNvPr id="983" name="Google Shape;983;p32"/>
          <p:cNvSpPr txBox="1">
            <a:spLocks noGrp="1"/>
          </p:cNvSpPr>
          <p:nvPr>
            <p:ph type="subTitle" idx="1"/>
          </p:nvPr>
        </p:nvSpPr>
        <p:spPr>
          <a:xfrm>
            <a:off x="340967" y="2967137"/>
            <a:ext cx="6196200" cy="957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Maestría en Ciencia de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CDBEB2-4EAE-4FE0-A314-B75E0CB41DB6}"/>
              </a:ext>
            </a:extLst>
          </p:cNvPr>
          <p:cNvSpPr txBox="1"/>
          <p:nvPr/>
        </p:nvSpPr>
        <p:spPr>
          <a:xfrm>
            <a:off x="524513" y="2563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UANL|FCFM</a:t>
            </a:r>
          </a:p>
        </p:txBody>
      </p:sp>
      <p:sp>
        <p:nvSpPr>
          <p:cNvPr id="9" name="Google Shape;1144;p44">
            <a:extLst>
              <a:ext uri="{FF2B5EF4-FFF2-40B4-BE49-F238E27FC236}">
                <a16:creationId xmlns:a16="http://schemas.microsoft.com/office/drawing/2014/main" id="{8932944E-96B4-467A-9F74-9B1DCE9076DF}"/>
              </a:ext>
            </a:extLst>
          </p:cNvPr>
          <p:cNvSpPr/>
          <p:nvPr/>
        </p:nvSpPr>
        <p:spPr>
          <a:xfrm flipH="1">
            <a:off x="4477109" y="3355676"/>
            <a:ext cx="1676634" cy="4288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Tesina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Semana 1</a:t>
            </a:r>
            <a:endParaRPr dirty="0"/>
          </a:p>
        </p:txBody>
      </p:sp>
      <p:sp>
        <p:nvSpPr>
          <p:cNvPr id="1067" name="Google Shape;1067;p40"/>
          <p:cNvSpPr txBox="1">
            <a:spLocks noGrp="1"/>
          </p:cNvSpPr>
          <p:nvPr>
            <p:ph type="subTitle" idx="1"/>
          </p:nvPr>
        </p:nvSpPr>
        <p:spPr>
          <a:xfrm>
            <a:off x="720000" y="1451282"/>
            <a:ext cx="2894468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/>
              <a:t>Retoma y reorganización del trabajo existente</a:t>
            </a:r>
            <a:endParaRPr sz="1600" dirty="0"/>
          </a:p>
        </p:txBody>
      </p:sp>
      <p:sp>
        <p:nvSpPr>
          <p:cNvPr id="1068" name="Google Shape;1068;p40"/>
          <p:cNvSpPr txBox="1">
            <a:spLocks noGrp="1"/>
          </p:cNvSpPr>
          <p:nvPr>
            <p:ph type="subTitle" idx="2"/>
          </p:nvPr>
        </p:nvSpPr>
        <p:spPr>
          <a:xfrm>
            <a:off x="3071004" y="3569025"/>
            <a:ext cx="2005097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1600" dirty="0"/>
              <a:t>Reescribir capitulo 2</a:t>
            </a:r>
            <a:endParaRPr lang="es-MX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0" name="Google Shape;1070;p40"/>
          <p:cNvSpPr txBox="1">
            <a:spLocks noGrp="1"/>
          </p:cNvSpPr>
          <p:nvPr>
            <p:ph type="subTitle" idx="4"/>
          </p:nvPr>
        </p:nvSpPr>
        <p:spPr>
          <a:xfrm>
            <a:off x="5104675" y="3569025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Reecribir </a:t>
            </a:r>
            <a:r>
              <a:rPr lang="es-MX" dirty="0"/>
              <a:t>Delimitación y Planteamiento del Problema de Investigación.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9" name="Google Shape;1070;p40">
            <a:extLst>
              <a:ext uri="{FF2B5EF4-FFF2-40B4-BE49-F238E27FC236}">
                <a16:creationId xmlns:a16="http://schemas.microsoft.com/office/drawing/2014/main" id="{B01DC628-9B0C-4EA6-8225-0E8F056FE199}"/>
              </a:ext>
            </a:extLst>
          </p:cNvPr>
          <p:cNvSpPr txBox="1">
            <a:spLocks/>
          </p:cNvSpPr>
          <p:nvPr/>
        </p:nvSpPr>
        <p:spPr>
          <a:xfrm>
            <a:off x="3954487" y="1451282"/>
            <a:ext cx="3342600" cy="12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/>
            <a:r>
              <a:rPr lang="en-US" dirty="0" err="1"/>
              <a:t>Ordenar</a:t>
            </a:r>
            <a:r>
              <a:rPr lang="en-US" dirty="0"/>
              <a:t> y restructurer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que </a:t>
            </a:r>
            <a:r>
              <a:rPr lang="en-US" dirty="0" err="1"/>
              <a:t>ya</a:t>
            </a:r>
            <a:r>
              <a:rPr lang="en-US" dirty="0"/>
              <a:t> tenia.</a:t>
            </a:r>
          </a:p>
        </p:txBody>
      </p:sp>
    </p:spTree>
    <p:extLst>
      <p:ext uri="{BB962C8B-B14F-4D97-AF65-F5344CB8AC3E}">
        <p14:creationId xmlns:p14="http://schemas.microsoft.com/office/powerpoint/2010/main" val="104136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608039A6-7536-49CC-A032-C54112F260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10D26B-FDBE-4A6C-809C-9BF28B8DA8B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06E45B52-5F0A-46CA-BF98-D21460C5222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E3FB5B3-A468-4001-9B6C-E1AED9EF63C3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F6C7D58-CE8A-4971-A590-A523F935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787158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F9D4D0"/>
      </a:accent1>
      <a:accent2>
        <a:srgbClr val="EA5458"/>
      </a:accent2>
      <a:accent3>
        <a:srgbClr val="FEF2F0"/>
      </a:accent3>
      <a:accent4>
        <a:srgbClr val="FFFFFF"/>
      </a:accent4>
      <a:accent5>
        <a:srgbClr val="F9D4D0"/>
      </a:accent5>
      <a:accent6>
        <a:srgbClr val="EA5458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</Words>
  <Application>Microsoft Office PowerPoint</Application>
  <PresentationFormat>Presentación en pantalla (16:9)</PresentationFormat>
  <Paragraphs>9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Bebas Neue</vt:lpstr>
      <vt:lpstr>Questrial</vt:lpstr>
      <vt:lpstr>Paytone One</vt:lpstr>
      <vt:lpstr>Minimalist Thesis Defense by Slidesgo</vt:lpstr>
      <vt:lpstr>DETECCIÓN DE PUNTO DE CAMBIO EN SERIE DE TIEMPO DE  REPORTES DE VIOLENCIA DE GÉNERO EN LA  CIUDAD DE MONTERREY</vt:lpstr>
      <vt:lpstr>Semana 1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PUNTO DE CAMBIO EN SERIE DE TIEMPO DE  REPORTES DE VIOLENCIA DE GÉNERO EN LA  CIUDAD DE MONTERREY</dc:title>
  <dc:creator>Luis Lopez</dc:creator>
  <cp:lastModifiedBy>Luis Enrique Lopez Nerio</cp:lastModifiedBy>
  <cp:revision>3</cp:revision>
  <dcterms:modified xsi:type="dcterms:W3CDTF">2026-05-28T00:09:38Z</dcterms:modified>
</cp:coreProperties>
</file>